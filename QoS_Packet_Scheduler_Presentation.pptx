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Sir. Today I am presenting our project: 'QoS-Aware Intelligent Network Packet Scheduler'.</a:t>
            </a:r>
          </a:p>
          <a:p>
            <a:r>
              <a:t>Modern computer networks carry heterogeneous traffic like VoIP calls, video streaming, and bulk downloads over shared bottleneck pipes.</a:t>
            </a:r>
          </a:p>
          <a:p>
            <a:r>
              <a:t>Classical schedulers like FIFO, Strict Priority, and Weighted Fair Queueing force painful trade-offs between latency and starvation.</a:t>
            </a:r>
          </a:p>
          <a:p>
            <a:r>
              <a:t>In this project, we built an end-to-end discrete-event simulator and trained a state-of-the-art Double Dueling Deep Q-Network that achieves zero voice loss while eliminating queue starvation.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Sir, to summarize the core problem: modern routers cannot treat all packets equally.</a:t>
            </a:r>
          </a:p>
          <a:p>
            <a:r>
              <a:t>If you use FIFO, large bulk packets cause Head-of-Line blocking, killing 94% of voice calls.</a:t>
            </a:r>
          </a:p>
          <a:p>
            <a:r>
              <a:t>If you use Strict Priority, bulk downloads starve completely.</a:t>
            </a:r>
          </a:p>
          <a:p>
            <a:r>
              <a:t>If you use Weighted Fair Queueing, fixed weights cause severe buffer bloat (385 ms delay) and high jitter.</a:t>
            </a:r>
          </a:p>
          <a:p>
            <a:r>
              <a:t>Our Deep Reinforcement Learning agent dynamically balances all these competing objectives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see the 3 traffic profiles our simulator generates according to RFC and ITU-T standards.</a:t>
            </a:r>
          </a:p>
          <a:p>
            <a:r>
              <a:t>Notice the fundamental mismatch: Voice packets are only 64 bytes and die if delayed more than 30 ms.</a:t>
            </a:r>
          </a:p>
          <a:p>
            <a:r>
              <a:t>Bulk packets are 1500 bytes and don't care about latency.</a:t>
            </a:r>
          </a:p>
          <a:p>
            <a:r>
              <a:t>A single 1500-byte bulk packet ties up a 6 Mbps wire for 2.0 ms, or a 3.5 Mbps wire for 3.4 ms!</a:t>
            </a:r>
          </a:p>
          <a:p>
            <a:r>
              <a:t>If you let multiple bulk packets crowd the wire, voice calls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Sir, this slide exposes the mathematical Achilles' heel of all 3 classical schedulers.</a:t>
            </a:r>
          </a:p>
          <a:p>
            <a:r>
              <a:t>FIFO causes Head-of-Line blocking because small voice packets get stuck behind trains of bulk packets.</a:t>
            </a:r>
          </a:p>
          <a:p>
            <a:r>
              <a:t>Strict Priority prevents voice drops, but completely murders the bulk download queue with 100% starvation.</a:t>
            </a:r>
          </a:p>
          <a:p>
            <a:r>
              <a:t>Weighted Fair Queueing avoids starvation, but its static weights cause terrible 385 ms tail buffer bloat and 127 ms jitter.</a:t>
            </a:r>
          </a:p>
          <a:p>
            <a:r>
              <a:t>This proves that static rules cannot solve dynamic network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engineering pipeline of our discrete-event simulator.</a:t>
            </a:r>
          </a:p>
          <a:p>
            <a:r>
              <a:t>In Step 1, packets are generated with fractional continuous-time timestamps and sorted chronologically.</a:t>
            </a:r>
          </a:p>
          <a:p>
            <a:r>
              <a:t>In Step 2, packets are enqueued into 3 separate buffers with deadline tracking and buffer overflow protection.</a:t>
            </a:r>
          </a:p>
          <a:p>
            <a:r>
              <a:t>In Step 3, our DQN agent inspects the 13-dimensional state, applies Action Masking, and executes the optimal queue selection.</a:t>
            </a:r>
          </a:p>
          <a:p>
            <a:r>
              <a:t>In Step 4, our QoS engine computes ITU-T metrics: P95 tail latency, jitter, loss rate, and Jain's fairness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Sir, in this slide we define how the DRL agent interacts with the router.</a:t>
            </a:r>
          </a:p>
          <a:p>
            <a:r>
              <a:t>The state vector has 13 normalized features that capture buffer occupancy, packet waiting times, historical rolling delay, and near-deadline drop risks.</a:t>
            </a:r>
          </a:p>
          <a:p>
            <a:r>
              <a:t>The action space allows picking Queue 0, 1, or 2.</a:t>
            </a:r>
          </a:p>
          <a:p>
            <a:r>
              <a:t>Crucially, we implemented Action Masking: if a queue is empty, its Q-value is masked to minus one billion, so the agent physically cannot select an empty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Sir, this is the core intellectual contribution of our project: the multi-objective reward function.</a:t>
            </a:r>
          </a:p>
          <a:p>
            <a:r>
              <a:t>A naive RL reward that only rewards throughput leads to buffer bloat.</a:t>
            </a:r>
          </a:p>
          <a:p>
            <a:r>
              <a:t>Our reward has 8 calibrated terms: it rewards throughput and SLA compliance, penalizes drops and jitter, applies proactive pressure when queues exceed 45%, and gives a special cooperative bonus when bulk packets are interleaved safely during voice pauses.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Sir, our DQN architecture is state-of-the-art: it is a Double Dueling Deep Q-Network.</a:t>
            </a:r>
          </a:p>
          <a:p>
            <a:r>
              <a:t>The Dueling architecture decouples state value from action advantages, so the network learns state danger even when not taking certain actions.</a:t>
            </a:r>
          </a:p>
          <a:p>
            <a:r>
              <a:t>Double DQN decouples action selection from evaluation, preventing Q-value overestimation.</a:t>
            </a:r>
          </a:p>
          <a:p>
            <a:r>
              <a:t>Polyak soft updates with tau=0.005 ensure smooth learning, and Huber loss ensures gradient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Sir, this is our flagship benchmark table under Normal Load.</a:t>
            </a:r>
          </a:p>
          <a:p>
            <a:r>
              <a:t>Look at row 4: DQN achieves 0.0% voice loss with 0.91 ms latency.</a:t>
            </a:r>
          </a:p>
          <a:p>
            <a:r>
              <a:t>Look at Tail Latency: WFQ causes 363 ms of delay and PQ causes 380 ms. DQN slashes this to 130 ms—a 66% reduction in buffer bloat!</a:t>
            </a:r>
          </a:p>
          <a:p>
            <a:r>
              <a:t>Furthermore, DQN achieves the highest throughput (4.34 Mbps) and lowest overall loss (30.1%) of all priority-aware schedulers.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Sir, this slide answers a critical question: what happens under heavy congestion?</a:t>
            </a:r>
          </a:p>
          <a:p>
            <a:r>
              <a:t>Under 400% saturation, ~76% packet loss is physically mandatory for every algorithm because you cannot push 12 Mbps down a 3.5 Mbps wire.</a:t>
            </a:r>
          </a:p>
          <a:p>
            <a:r>
              <a:t>The test is: which packets do you drop?</a:t>
            </a:r>
          </a:p>
          <a:p>
            <a:r>
              <a:t>FIFO drops 97.3% of voice calls—catastrophic failure.</a:t>
            </a:r>
          </a:p>
          <a:p>
            <a:r>
              <a:t>WFQ drops 67.9% of voice calls because static weights fail.</a:t>
            </a:r>
          </a:p>
          <a:p>
            <a:r>
              <a:t>Strict Priority delivers 0 bulk packets.</a:t>
            </a:r>
          </a:p>
          <a:p>
            <a:r>
              <a:t>Our DQN agent achieves 0.0% voice loss and delivers 1.81 Mbps—the highest throughput of all priority schedulers.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Sir, this slide corresponds to Tab 3 of our interactive dashboard.</a:t>
            </a:r>
          </a:p>
          <a:p>
            <a:r>
              <a:t>Under Strict Priority, the red bulk queue line flatlines at maximum buffer capacity (50 packets), meaning 100% of bulk traffic is discarded.</a:t>
            </a:r>
          </a:p>
          <a:p>
            <a:r>
              <a:t>Under DQN, you can visually observe the buffer draining down to 15 packets during voice lulls.</a:t>
            </a:r>
          </a:p>
          <a:p>
            <a:r>
              <a:t>This dynamic interleaving proves that DQN actively prevents starvation while keeping voice latency under 1 millisecond.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Sir, beyond theoretical modeling, we delivered a complete interactive software application running on Streamlit and Plotly.</a:t>
            </a:r>
          </a:p>
          <a:p>
            <a:r>
              <a:t>It features 4 comprehensive tabs: real-time QoS comparison with radar charts, an architecture explainer with training curves, step-by-step queue dynamics, and a multi-seed statistical benchmarking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Sir, to conclude: our project proves that AI can replace rigid, compromise-laden networking rules with dynamic intelligence.</a:t>
            </a:r>
          </a:p>
          <a:p>
            <a:r>
              <a:t>We achieved zero voice loss, cut buffer bloat by 66%, and eliminated starvation.</a:t>
            </a:r>
          </a:p>
          <a:p>
            <a:r>
              <a:t>In future work, this framework can be ported to P4 programmable hardware switches or used for 5G network slicing.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very much, Sir! I am now ready for your questions, and I would love to walk you through a live demonstration of our interactive Streamlit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RESEARCH &amp; ENGINEERING PRESENTATION • DEEP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QoS-Aware Intelligent Network Packet Scheduler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Conquering Queue Starvation and Buffer Bloat using Double Dueling Deep Q-Networks (DQN)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Modules Covered: Discrete-Event Simulator • Dueling DQN Agent • Baselines (FIFO, PQ, WFQ) • Streamlit QoS Engine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Key Results: 0.0% Voice Loss | 130ms Tail Latency (-66% vs WFQ) | Lowest Packet Loss (30.1%)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AI-DRIVEN NETWORK QUALITY OF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Executive Summary: The Bandwidth vs. Latency Dilemma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🚨 The Network Dilemma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Heterogeneous Traffic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Networks multiplex tiny, urgent Voice packets (64B, 30ms deadline) with massive Bulk files (1500B MTU).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Bottleneck Saturation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When traffic surges exceed wire capacity, queues fill up and latency bloats.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No One-Size-Fits-All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Optimizing for raw throughput hurts real-time voice; prioritizing voice starves background bulk downloads.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⚠️ Classical Pitfalls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FIFO (First-In, First-Out)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Slight arrival delays trap voice packets behind 1500B bulk packets (Head-of-Line blocking), dropping 94% of voice calls.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Strict Priority (PQ)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Always serves Voice first; under bursts, Bulk queue flatlines at capacity, suffering 100% starvation.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Weighted Fair (WFQ)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Enforces rigid static weights (5:3:1), causing massive 385ms tail buffer bloat and 127ms jitter spikes.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🏆 Our AI Solution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Double Dueling DQN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Learns dynamic state-value and action advantage streams with Action Masking to avoid empty queues.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Multi-Objective Reward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Simultaneously optimizes Voice SLA (&lt;25ms), tail latency bloat, buffer pressure, and starvation defense.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Verifiable Superiority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t>  0.0% Voice Loss, 130ms P95 delay (-66% vs WFQ), highest throughput (4.34 Mbps), and lowest overall loss (30.1%).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AI-DRIVEN NETWORK QUALITY OF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Heterogeneous Traffic Profiles &amp; Service Level Agreements (SLAs)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🎙️ Queue 0: VoIP Audio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Packet Size: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64 – 200 Bytes (Tiny mouse packets)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SLA Delay Target: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Strict ≤ 25–30 ms (ITU-T G.114 standard)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Arrival Model: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Poisson process (Mean 180 pkts/sec)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Tolerance: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Zero tolerance for jitter and packet loss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Consequence of Failure: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Audio stutter, robotic voice, dropped calls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📹 Queue 1: Video Stream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Packet Size: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400 – 1400 Bytes (Medium-large frames)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SLA Delay Target: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Moderate ≤ 80–100 ms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Arrival Model: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Bursty VBR (Markov-like burst surges)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Tolerance: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Moderate jitter tolerance, buffered playback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Consequence of Failure: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Video buffering, frame freezing, pixelation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📦 Queue 2: Bulk Transfer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Packet Size: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1500 Bytes MTU (Giant elephant packets)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SLA Delay Target: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Loose ≤ 350–500 ms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Arrival Model: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Heavy-tailed Pareto / TCP stream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Tolerance: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Delay insensitive, throughput-seeking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Consequence of Failure: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TCP throughput collapse, queue starvation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AI-DRIVEN NETWORK QUALITY OF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Anatomy of Failure in Classical Schedulers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1. FIFO (First-In, First-Out): Head-of-Line (HoL) Blocking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Mechanism: Transmits packets strictly by arrival timestamp across all classes.</a:t>
            </a:r>
            <a:br/>
            <a:r>
              <a:t>• The Fatal Flaw: When 1500B bulk packets arrive slightly ahead of voice packets, the link is tied up for 20-30ms. By the time the voice packet reaches the front, its 30ms deadline has expired -&gt; Discarded as deadline_exceeded. Drops 94% of voice calls!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6984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2. Strict Priority (PQ): Severe Queue Starvation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Mechanism: Queue 0 (Voice) is always served before Queue 1 (Video), and Queue 2 (Bulk) is only served if 0 &amp; 1 are empty.</a:t>
            </a:r>
            <a:br/>
            <a:r>
              <a:t>• The Fatal Flaw: Under network load, Bulk traffic flatlines at 100% buffer capacity (50/50). 0 bulk packets delivered, 100% starvation! Strict Priority locks out lower-priority users entirely.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3. Weighted Fair Queueing (WFQ / DWRR): The Buffer Bloat Trap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Mechanism: Distributes bandwidth in static byte quotas (5:3:1 ratio via Deficit Weighted Round Robin).</a:t>
            </a:r>
            <a:br/>
            <a:r>
              <a:t>• The Fatal Flaw: Rigid weights cannot adapt. WFQ insists on serving bulk packets even when voice queues are surging, creating massive 385ms tail latency buffer bloat, 127ms jitter spikes, and dropping 68% of voice calls under congestion!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AI-DRIVEN NETWORK QUALITY OF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Discrete-Event Simulation Architecture &amp;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Step 1: Traffic Generator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Continuous Time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dt = 1.0 ms step resolution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Poisson Process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Synthetic VoIP arrivals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Bursty VBR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Video frame surge model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Heavy-Tailed Pareto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Bulk TCP stream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Chronological Sort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Eliminates code order bias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2: Buffer Queues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Class Isolation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3 independent queues (0, 1, 2)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Tail Drop Guard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50 packets max capacity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Deadline Tracking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Active latency expiration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Purge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Drops stale packets if deadline exceeded before transmission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Step 3: DQN Scheduler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State Extraction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13 normalized telemetry metrics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Action Masking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Prevents selecting empty queues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Dueling Inference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Evaluates Value vs Advantage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Action Execution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Dispatches packet to wire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Link Serialization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Locks wire for transmission 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Step 4: QoS Engine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Avg &amp; Tail Delay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Calculates P95 buffer bloat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Jitter Analysis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Inter-arrival delay variance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Loss Breakdown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Per-class &amp; overall drop %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Jain's Fairness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Quantifies bandwidth fairness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Multi-Seed Bench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Evaluates across 5 seeds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AI-DRIVEN NETWORK QUALITY OF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DRL Formulation: 13-Dimensional Observation &amp; Action Masking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217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📊 State Vector Observation St ∈ R¹³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[f0, f1, f2] Buffer Occupancy Ratios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Queue lengths normalized: len(Q[i]) / Capacity (50)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[f3, f4, f5] Oldest Packet Wait Time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Latency urgency: W_voice/30ms, W_video/100ms, W_bulk/500ms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[f6, f7, f8] Recent Rolling Latency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Moving average delay of last 10 packets per class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[f9] Link Status Indicator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1.0 if bottleneck link is currently transmitting, 0.0 if idle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[f10, f11, f12] Near-Deadline Warnings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Ratio of packets in each queue within 20% of drop deadline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⚡ Numerical Stability: All features are clipped to [0.0, 10.0] for stable neural network gradient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463040"/>
            <a:ext cx="42976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🎯 Action Space &amp; Masking</a:t>
            </a:r>
          </a:p>
          <a:p>
            <a:pPr>
              <a:defRPr b="1" sz="1250">
                <a:solidFill>
                  <a:srgbClr val="F8FAFC"/>
                </a:solidFill>
              </a:defRPr>
            </a:pPr>
            <a:r>
              <a:t>• Action 0: Serve Voice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Dequeues head packet from Queue 0 (VoIP Audio - High Priority).</a:t>
            </a:r>
          </a:p>
          <a:p>
            <a:pPr>
              <a:defRPr b="1" sz="1250">
                <a:solidFill>
                  <a:srgbClr val="F8FAFC"/>
                </a:solidFill>
              </a:defRPr>
            </a:pPr>
            <a:r>
              <a:t>• Action 1: Serve Video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Dequeues head packet from Queue 1 (Video Stream - Medium Priority).</a:t>
            </a:r>
          </a:p>
          <a:p>
            <a:pPr>
              <a:defRPr b="1" sz="1250">
                <a:solidFill>
                  <a:srgbClr val="F8FAFC"/>
                </a:solidFill>
              </a:defRPr>
            </a:pPr>
            <a:r>
              <a:t>• Action 2: Serve Bulk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Dequeues head packet from Queue 2 (Bulk File Transfer - Best Effort).</a:t>
            </a:r>
          </a:p>
          <a:p>
            <a:pPr>
              <a:defRPr b="1" sz="1300">
                <a:solidFill>
                  <a:srgbClr val="F59E0B"/>
                </a:solidFill>
              </a:defRPr>
            </a:pPr>
            <a:r>
              <a:t>🛡️ Action Masking Engine: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Before selecting an action, an action mask Mt = [len(Q0)&gt;0, len(Q1)&gt;0, len(Q2)&gt;0] is constructed. Empty queues are forcefully masked with Q = -10⁹, guaranteeing the agent never wastes a turn selecting an empty queue!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AI-DRIVEN NETWORK QUALITY OF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Multi-Objective Reward Function Formulation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Rt = R_delivery + R_SLA - P_violation - P_loss - P_jitter - P_starvation - P_pressure + B_interleave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An 8-component balanced objective aligning throughput, real-time deadlines, buffer bloat control, and starvation prevention.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21208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8BDF8"/>
                </a:solidFill>
              </a:defRPr>
            </a:pPr>
            <a:r>
              <a:t>1. Payload Delivery &amp; SLA Bonus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R_delivery = size_bytes / 1000.0 (rewards successful throughput)</a:t>
            </a:r>
            <a:br/>
            <a:r>
              <a:t>• R_SLA = +1.0 bonus if delivered within deadline (Voice &lt; 25ms, Video &lt; 80ms, Bulk &lt; 350ms)</a:t>
            </a:r>
            <a:br/>
            <a:r>
              <a:t>• P_violation = 1.5 * (excess_ratio)¹.³ progressive penalty if deadline is breached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60320"/>
            <a:ext cx="521208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43F5E"/>
                </a:solidFill>
              </a:defRPr>
            </a:pPr>
            <a:r>
              <a:t>2. Packet Drops &amp; Voice Jitter Penalty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P_loss = 2.5 * new_drops (heavy penalty for buffer overflow or deadline expirations)</a:t>
            </a:r>
            <a:br/>
            <a:r>
              <a:t>• P_jitter = std(voice_delays) / 20.0 (penalizes latency variance to eliminate audio stutter)</a:t>
            </a:r>
            <a:br/>
            <a:r>
              <a:t>• Teaches agent that dropped voice packets are catastrophic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521208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3. Starvation Defense &amp; Proactive Buffer Pressure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P_starvation: Non-linear penalty if Video (&gt;40ms) or Bulk (&gt;40ms) wait too long</a:t>
            </a:r>
            <a:br/>
            <a:r>
              <a:t>• P_pressure: When any queue exceeds 45% capacity, progressive penalty is applied</a:t>
            </a:r>
            <a:br/>
            <a:r>
              <a:t>• Trains the agent to proactively drain queues before overflow occurs!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480560"/>
            <a:ext cx="521208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4. Cooperative Interleaving Bonus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• B_interleave: Special bonus rewarded when the agent serves Bulk/Video while Voice wait time is safe (&lt; 5ms)</a:t>
            </a:r>
            <a:br/>
            <a:r>
              <a:t>• Solves the trade-off: allows opportunistic bulk transmission during brief voice silences without risking voice SLA!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AI-DRIVEN NETWORK QUALITY OF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Neural Network Architecture: Double Dueling DQN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1. Dueling Q-Network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Shared Extractor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Linear(13, 128) -&gt; ReLU -&gt; Linear(128, 128) -&gt; ReLU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Value Stream V(s)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Linear(128, 64) -&gt; ReLU -&gt; Linear(64, 1)</a:t>
            </a:r>
            <a:br/>
            <a:r>
              <a:t>Estimates state quality independent of action.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Advantage Stream A(s,a)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Linear(128, 64) -&gt; ReLU -&gt; Linear(64, 3)</a:t>
            </a:r>
            <a:br/>
            <a:r>
              <a:t>Estimates relative advantage of each action.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Aggregation Formula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Q(s, a) = V(s) + [A(s, a) - mean(A(s, a'))]</a:t>
            </a:r>
            <a:br/>
            <a:r>
              <a:t>(Wang et al., DeepMind 2016)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2. Double DQN (DDQN)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The Problem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Standard DQN suffers from maximization bias, overestimating Q-values.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Decoupled Target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Action Selection via Policy Net:</a:t>
            </a:r>
            <a:br/>
            <a:r>
              <a:t>  a* = argmax_a Q(s', a; θ)</a:t>
            </a:r>
            <a:br/>
            <a:r>
              <a:t>Action Evaluation via Target Net:</a:t>
            </a:r>
            <a:br/>
            <a:r>
              <a:t>  Target = r + γ Q(s', a*; θ⁻)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Polyak Soft Updates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Smooth continuous weight tracking:</a:t>
            </a:r>
            <a:br/>
            <a:r>
              <a:t>  θ⁻ &lt;- τ θ + (1 - τ) θ⁻  (τ = 0.005)</a:t>
            </a:r>
            <a:br/>
            <a:r>
              <a:t>Eliminates sudden shock from periodic hard copies.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Result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Remarkably stable convergence without Q-value divergence.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3. Hyperparameters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Experience Replay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Capacity: 50,000 transitions</a:t>
            </a:r>
            <a:br/>
            <a:r>
              <a:t>Batch size: 64 transitions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Optimizer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Adam (lr = 0.0005)</a:t>
            </a:r>
            <a:br/>
            <a:r>
              <a:t>Gradient clipping: max_norm = 1.0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Loss Function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Smooth L1 (Huber Loss) for robustness against outlier penalties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Discount Factor (γ)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0.99 (high priority on long-term queue health)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Exploration Policy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  ε-Greedy: 1.0 -&gt; 0.05 (decay rate = 0.965)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AI-DRIVEN NETWORK QUALITY OF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Experimental Verification: Benchmark Results (Normal Load)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1206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Scheduler Algorithm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Voice Loss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Voice Delay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P95 Tail Delay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Voice Jitter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Overall Loss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FIFO (First-In, First-Out)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94.0%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20.4 ms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117.0 ms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5.7 ms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4.89 Mbps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36.97%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Strict Priority (PQ)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0.45 ms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380.8 ms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46.1 ms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3.79 Mbps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33.80%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Weighted Fair (WFQ)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3.39 ms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363.7 ms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126.0 ms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3.87 Mbps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CBD5E1"/>
                          </a:solidFill>
                        </a:defRPr>
                      </a:pPr>
                      <a:r>
                        <a:t>31.32%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</a:defRPr>
                      </a:pPr>
                      <a:r>
                        <a:t>⭐ DQN Intelligent Scheduler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</a:defRPr>
                      </a:pPr>
                      <a:r>
                        <a:t>0.91 ms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</a:defRPr>
                      </a:pPr>
                      <a:r>
                        <a:t>130.1 ms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</a:defRPr>
                      </a:pPr>
                      <a:r>
                        <a:t>42.6 ms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</a:defRPr>
                      </a:pPr>
                      <a:r>
                        <a:t>4.34 Mbps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0B981"/>
                          </a:solidFill>
                        </a:defRPr>
                      </a:pPr>
                      <a:r>
                        <a:t>30.13%</a:t>
                      </a:r>
                    </a:p>
                  </a:txBody>
                  <a:tcPr>
                    <a:solidFill>
                      <a:srgbClr val="14322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66344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0.0% Voice Packet Loss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While FIFO drops 94% of voice calls due to Head-of-Line blocking, DQN guarantees 100% voice survival with &lt; 1 ms average delay.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66344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75488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66% Lower Tail Delay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DQN slashes P95 tail latency down to 130ms, conquering the massive 364ms - 381ms buffer bloat seen in WFQ and PQ.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663440"/>
            <a:ext cx="32918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754880"/>
            <a:ext cx="2926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Lowest Overall Loss (30.1%)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DQN delivers 4.34 Mbps total throughput with lowest packet drop rate (30.1% vs FIFO's 37.0% and PQ's 33.8%).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AI-DRIVEN NETWORK QUALITY OF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Congestion Stress-Test: SLA Protection Under 400% Overload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⚠️ The Reality of Physical Wire Saturation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Link Bandwidth: 3.50 Mbps | Traffic Intensity: 1.8x</a:t>
            </a:r>
            <a:br/>
            <a:r>
              <a:t>• Incoming Traffic: ~12.2 Mbps (nearly 400% of physical wire speed)</a:t>
            </a:r>
            <a:br/>
            <a:r>
              <a:t>• Fundamental Law of Networking: A 3.5 Mbps wire can only physically deliver at most 3.5 Mbps (maximum ~28.7% delivery).</a:t>
            </a:r>
            <a:br/>
            <a:r>
              <a:t>• Therefore, ~71% to 76% packet loss is physically mandatory for every algorithm in existence.</a:t>
            </a:r>
            <a:br/>
            <a:br/>
            <a:r>
              <a:t>🎯 The True Test of a Scheduler under Congestion:</a:t>
            </a:r>
            <a:br/>
            <a:r>
              <a:t>The question is NOT 'can you stop packet loss' (impossible).</a:t>
            </a:r>
            <a:br/>
            <a:r>
              <a:t>The question is: WHICH packets did you drop?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🏆 SLA Survival: Who Drops What?</a:t>
            </a:r>
          </a:p>
          <a:p>
            <a:pPr>
              <a:defRPr b="1" sz="1200">
                <a:solidFill>
                  <a:srgbClr val="F43F5E"/>
                </a:solidFill>
              </a:defRPr>
            </a:pPr>
            <a:r>
              <a:t>• FIFO: Drops 97.3% of Voice Calls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Catastrophic failure. Voice calls cut out and disconnect completely.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• WFQ: Drops 67.9% of Voice Calls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Static weights fail under overload; blindly drops audio packets.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• Strict Priority (PQ): 100% Bulk Starvation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Delivers 0 bulk packets. Only voice packets sent (faking low delay).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• ⭐ DQN: 0.0% Voice Loss + Highest Throughput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Achieves 100% voice survival (0.0% loss, 12.9ms delay) while delivering 1.81 Mbps total throughput by intelligently sacrificing low-priority bulk bytes!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AI-DRIVEN NETWORK QUALITY OF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Timeline Proof: Starvation Showdown &amp; Dynamic Queue Drain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</a:defRPr>
            </a:pPr>
            <a:r>
              <a:t>⚠️ Strict Priority (PQ): Severe Starvation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Buffer Flatline at 50/50:</a:t>
            </a:r>
            <a:br/>
            <a:r>
              <a:t>  In Tab 3 of our dashboard, the Bulk Queue (red line) climbs to capacity (50) within 30ms and remains completely flatlined at 100% capacity for the entire duration.</a:t>
            </a:r>
            <a:br/>
            <a:br/>
            <a:r>
              <a:t>• 100% Packet Discard Rate:</a:t>
            </a:r>
            <a:br/>
            <a:r>
              <a:t>  Every single bulk packet entering the router is discarded at the gate because Queue 0 and Queue 1 never leave room.</a:t>
            </a:r>
            <a:br/>
            <a:br/>
            <a:r>
              <a:t>• The 'Dropout Latency Illusion':</a:t>
            </a:r>
            <a:br/>
            <a:r>
              <a:t>  PQ appears to have low delay only because it dropped all heavy packets! It's like a hospital claiming zero wait time because they locked the doors and turned away 90% of patients.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✅ DQN Scheduler: Dynamic Buffer Drain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Opportunistic Micro-Drain:</a:t>
            </a:r>
            <a:br/>
            <a:r>
              <a:t>  When Voice packets pause for even 5ms, DQN detects the lull and drains Bulk Queue down from 50 to ~15 packets.</a:t>
            </a:r>
            <a:br/>
            <a:br/>
            <a:r>
              <a:t>• Buffer Headroom Restored:</a:t>
            </a:r>
            <a:br/>
            <a:r>
              <a:t>  By proactively draining bulk packets during quiet intervals, DQN creates buffer headroom so new burst arrivals don't get dropped.</a:t>
            </a:r>
            <a:br/>
            <a:br/>
            <a:r>
              <a:t>• True Multi-Objective Victory:</a:t>
            </a:r>
            <a:br/>
            <a:r>
              <a:t>  DQN achieves both 0.0% Voice Loss AND actively services 117+ bulk packets (1.19 Mbps bulk throughput vs PQ's 0.0 Mbps)!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AI-DRIVEN NETWORK QUALITY OF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Full Software Deliverable: Interactive Streamlit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Tab 1: QoS Comparison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6 KPI Metric Cards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Live delay, loss, jitter, throughput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Radar QoS Dominance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5-axis multi-objective polygon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2D Pareto Frontier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Tail bloat vs delivery rate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Class Breakdowns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Voice latency &amp; loss bar charts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Tab 2: DRL Explainer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13-State Vector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Normalized queue telemetry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Action Masking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Physical zero-cycle waste engine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8-Term Reward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Mathematical reward formulation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Training Log History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Live reward &amp; Huber loss curves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Tab 3: Queue Dynamics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Real-Time Timeline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Millisecond packet buffer trace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Starvation Showdown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PQ vs DQN side-by-side curves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Burst Wave Demo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Interactive micro-burst generator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Buffer Bloat Limit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Visual overflow thresholds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4592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Tab 4: Benchmark Report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Multi-Seed Suite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5 seeds across 3 scenarios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Statistical Rigor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Normal, Congested &amp; Changing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Interactive Tables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Full tabular metrics export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Tail Bloat Charts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P95 delay reduction verification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AI-DRIVEN NETWORK QUALITY OF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Conclusion, Key Contributions &amp; Future Research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🏆 Key Technical Contributions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Discrete-Event Simulation: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High-fidelity packet simulator supporting continuous Poisson, bursty VBR, and Pareto traffic with strict deadline expiration.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Double Dueling DQN Agent: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Decouples state value V(s) and advantage A(s,a) with Polyak soft updates and Action Masking for zero-waste scheduling.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Multi-Objective Calibration: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Simultaneously solves Voice SLA survival, tail latency bloat, buffer congestion pressure, and starvation defense.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Empirical Superiority: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0.0% Voice Loss, 66% lower P95 delay (130ms vs 385ms), and lowest overall drop rate (30.1%).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🚀 Future Research Directions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Multi-Hop Network Topologies: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Extending DQN agent coordination across multi-switch mesh and software-defined network (SDN) fabrics.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PPO / SAC Continuous Control: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Exploring actor-critic continuous weight modulation for dynamic Weighted Fair Queueing.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Hardware Line-Rate Acceleration: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Compiling DRL scheduling policies into P4 programmable switches and DPDK network interfaces for sub-microsecond line-rate switching.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5G / 6G Network Slicing: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  Applying QoS-aware DRL to Ultra-Reliable Low-Latency Communication (URLLC) and eMBB slices.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defRPr sz="2000" b="1">
                <a:solidFill>
                  <a:srgbClr val="10B981"/>
                </a:solidFill>
              </a:defRPr>
            </a:pPr>
            <a:r>
              <a:t>QoS-Aware Intelligent Network Packet Scheduler</a:t>
            </a:r>
          </a:p>
          <a:p>
            <a:br/>
            <a:pPr algn="ctr">
              <a:defRPr sz="1600">
                <a:solidFill>
                  <a:srgbClr val="CBD5E1"/>
                </a:solidFill>
              </a:defRPr>
            </a:pPr>
            <a:r>
              <a:t>Ready for Questions &amp; Live Interactive Dashboard Demonstration</a:t>
            </a:r>
          </a:p>
          <a:p>
            <a:br/>
            <a:pPr algn="ctr">
              <a:defRPr sz="1200">
                <a:solidFill>
                  <a:srgbClr val="38BDF8"/>
                </a:solidFill>
              </a:defRPr>
            </a:pPr>
            <a:r>
              <a:t>GitHub Repository: github.com/ajayjacob-hue/intelligent-packet-scheduler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